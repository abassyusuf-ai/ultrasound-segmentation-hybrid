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9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697EC-6045-C2CA-FFB4-E47893494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ECE10-3824-E205-E61C-EE72593E2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36EC9-44DE-A999-8CB0-BFF2E3884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FF22-E294-4E2F-914F-60DCB504DB9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4AC12-5439-44ED-4217-FA33BB8B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FB258-A806-C512-496A-8093F23F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22B6-933A-4851-B121-23C6E8B0A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0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A4C0-35C9-5365-A11C-64A20235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18765-8056-2159-7A84-B36FED1DA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5932E-3A04-8CE9-8E3B-B4C8F0E2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FF22-E294-4E2F-914F-60DCB504DB9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C1DC6-E481-E94F-4AE6-050A1E6D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6B6E8-3C1C-BF5B-B4C2-9F767E034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22B6-933A-4851-B121-23C6E8B0A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0A774-5237-3EBD-0636-BEB058197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4864E-E4CF-26BD-318B-3CA8A1D0B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0310D-DF80-BCFF-9B00-6C8E877F6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FF22-E294-4E2F-914F-60DCB504DB9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7091D-19B6-B14B-01C8-59970F8E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5B67E-E257-9DB7-195C-FFA89B9A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22B6-933A-4851-B121-23C6E8B0A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F8008-33B5-938A-8A1E-829B533C8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C9B7A-B08B-4936-87DF-EC0104977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C7BB3-1590-EDE5-A25C-2970BE7A2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B40FD-CE37-4DF4-8500-6C34BAB1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FF22-E294-4E2F-914F-60DCB504DB9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C10FA-EE80-43BF-98BF-19A5DE3E9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6D010-9EB9-36EB-501F-F791FF3A6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22B6-933A-4851-B121-23C6E8B0A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94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3D2B6-D9C6-2F36-04CE-46DD1978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A9E85-6B83-D783-DF74-D0995360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44FD9-BC9E-DE8D-159B-61B285BF2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5AEFA-75B1-CB7D-170C-BBC11BC2F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657876-0155-3A08-7E02-23866CBAD4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334E66-99AD-AE39-8C41-1E2C5B02E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FF22-E294-4E2F-914F-60DCB504DB9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EC9BD6-8CC8-490D-DBF4-3DDD22676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E2B71B-2FB0-23B8-5935-AF81A1B2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22B6-933A-4851-B121-23C6E8B0A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48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2B573-2ADA-51E8-FBC3-AD0BA138F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18657-170A-FFA5-3ED2-D5C68318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FF22-E294-4E2F-914F-60DCB504DB9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67F36-BAC5-AF6F-AF8C-C8CF7997D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D9682-5807-CD01-92B8-0E2368C4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22B6-933A-4851-B121-23C6E8B0A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73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5FFFA3-3147-D5E3-41FA-453EDFDC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FF22-E294-4E2F-914F-60DCB504DB9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6C08B3-142A-DC67-4A87-5E024FF2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88C91-4DA7-D406-247E-514EC337E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22B6-933A-4851-B121-23C6E8B0A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4799B-9191-7E29-FCD0-7D39E20F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7B811-B24A-D0D7-6ACC-F5C1C9FC0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B914AB-4911-74BC-1F49-6B99C0788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65D39-6D2F-1E08-DAEA-1C6B248E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FF22-E294-4E2F-914F-60DCB504DB9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87B98-0CEB-C9DE-33F7-2AD37512A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1CC96-6886-D970-233F-BD66258A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22B6-933A-4851-B121-23C6E8B0A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37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E588C-B431-20DD-05B5-69C7946D8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3B2D23-0FD2-6AE5-5052-E702F93F51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E12CC-3A9F-B291-2C86-636D60132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EBCA4-DF3D-E179-A508-09893488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FF22-E294-4E2F-914F-60DCB504DB9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DA03C-6EBE-E206-065D-ED108A38A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E2154-EBD5-6126-4CEA-1A490507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22B6-933A-4851-B121-23C6E8B0A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4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23EB1-5C4D-61A8-8C4F-6FA3F61A1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E326C-D3A5-325B-73DA-7E383F921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A5A24-E31E-92D0-2B30-14BAC7E3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FF22-E294-4E2F-914F-60DCB504DB9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DB695-D9C0-10D3-782E-FA39EEA3A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53C1A-5FCB-8E6C-0FC6-73D9B906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22B6-933A-4851-B121-23C6E8B0A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98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DF6DD9-B9AA-6BA9-11AA-8F5C0D823C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A7641-AA6C-2707-30BA-27162425E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9A31-A3A1-9780-2E6E-5DB8AFD3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FF22-E294-4E2F-914F-60DCB504DB9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D933D-F341-21CC-AD5C-E8911B67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E4018-3ED2-5B94-64AB-C77FBE40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22B6-933A-4851-B121-23C6E8B0A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47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8CE15F-0096-860E-4E5E-0A5575FD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0706F-518E-4C46-7B62-BC71BC224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E9672-6FAB-EF2D-AB43-AB0DD8F565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AFF22-E294-4E2F-914F-60DCB504DB9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2C5D6-F038-C04F-7A17-D0DB1D9496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05011-E72B-9F45-1447-6FEA1EA24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B22B6-933A-4851-B121-23C6E8B0A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43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B75085-3E49-BE34-13E1-14AD1FF60C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80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78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E5AD6-E8EA-1294-2965-B154D6C1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FDB34-814E-3815-22D6-6B6950CC7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C7615-D4F0-579F-6A5C-31FB1EA67AED}"/>
              </a:ext>
            </a:extLst>
          </p:cNvPr>
          <p:cNvSpPr txBox="1"/>
          <p:nvPr/>
        </p:nvSpPr>
        <p:spPr>
          <a:xfrm>
            <a:off x="1783374" y="3456920"/>
            <a:ext cx="60972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Al-</a:t>
            </a:r>
            <a:r>
              <a:rPr lang="en-US" dirty="0" err="1"/>
              <a:t>Drjven</a:t>
            </a:r>
            <a:r>
              <a:rPr lang="en-US" dirty="0"/>
              <a:t> </a:t>
            </a:r>
            <a:r>
              <a:rPr lang="en-US" dirty="0" err="1"/>
              <a:t>Cancet</a:t>
            </a:r>
            <a:r>
              <a:rPr lang="en-US" dirty="0"/>
              <a:t> Detection in Ultrasound </a:t>
            </a:r>
            <a:r>
              <a:rPr lang="en-US" dirty="0" err="1"/>
              <a:t>hnaging</a:t>
            </a:r>
            <a:r>
              <a:rPr lang="en-US" dirty="0"/>
              <a:t>: Combining Active Contour Models with Deep Learning for Medical Image Segmentation.</a:t>
            </a:r>
          </a:p>
        </p:txBody>
      </p:sp>
    </p:spTree>
    <p:extLst>
      <p:ext uri="{BB962C8B-B14F-4D97-AF65-F5344CB8AC3E}">
        <p14:creationId xmlns:p14="http://schemas.microsoft.com/office/powerpoint/2010/main" val="190907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B6DA0-5C19-8D12-9417-22ADF1996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F6DAB-5030-F8D2-651C-8EC7B3BF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FE159-F2EB-10A3-11D7-121B4E833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84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C6EC8-BF14-8762-7062-176E5F3D1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7DEE-45EC-4F17-9A43-C2F7F271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61AD0-F250-404B-12C3-1732484E1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66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Yusuf Abass</dc:creator>
  <cp:lastModifiedBy>Yusuf Abass</cp:lastModifiedBy>
  <cp:revision>2</cp:revision>
  <dcterms:created xsi:type="dcterms:W3CDTF">2026-04-14T08:40:25Z</dcterms:created>
  <dcterms:modified xsi:type="dcterms:W3CDTF">2026-04-15T19:23:14Z</dcterms:modified>
</cp:coreProperties>
</file>